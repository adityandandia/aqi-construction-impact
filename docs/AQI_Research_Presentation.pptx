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RESULTS  —  MODEL A vs MODEL 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features improve AQI prediction across all regression metrics and spike recall.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166360" cy="3291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166360" cy="310896"/>
          </a:xfrm>
          <a:prstGeom prst="rect">
            <a:avLst/>
          </a:prstGeom>
          <a:solidFill>
            <a:srgbClr val="26304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86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—  AQI Delta Prediction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" y="1225296"/>
            <a:ext cx="1024128" cy="365760"/>
          </a:xfrm>
          <a:prstGeom prst="rect">
            <a:avLst/>
          </a:prstGeom>
          <a:solidFill>
            <a:srgbClr val="20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25296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17320" y="1225296"/>
            <a:ext cx="1298448" cy="365760"/>
          </a:xfrm>
          <a:prstGeom prst="rect">
            <a:avLst/>
          </a:prstGeom>
          <a:solidFill>
            <a:srgbClr val="20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3896" y="1225296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Only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88920" y="1225296"/>
            <a:ext cx="1298448" cy="365760"/>
          </a:xfrm>
          <a:prstGeom prst="rect">
            <a:avLst/>
          </a:prstGeom>
          <a:solidFill>
            <a:srgbClr val="20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1225296"/>
            <a:ext cx="1225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+Construction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60520" y="1225296"/>
            <a:ext cx="1170432" cy="365760"/>
          </a:xfrm>
          <a:prstGeom prst="rect">
            <a:avLst/>
          </a:prstGeom>
          <a:solidFill>
            <a:srgbClr val="20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7096" y="122529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9184" y="1645920"/>
            <a:ext cx="1024128" cy="60350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45920"/>
            <a:ext cx="9509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1645920"/>
            <a:ext cx="1298448" cy="60350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3896" y="1645920"/>
            <a:ext cx="12252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8920" y="1645920"/>
            <a:ext cx="1298448" cy="60350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25496" y="1645920"/>
            <a:ext cx="12252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29.53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0520" y="1645920"/>
            <a:ext cx="1170432" cy="60350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97096" y="1645920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7.5%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" y="2304288"/>
            <a:ext cx="1024128" cy="603504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304288"/>
            <a:ext cx="9509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17320" y="2304288"/>
            <a:ext cx="1298448" cy="603504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53896" y="2304288"/>
            <a:ext cx="12252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88920" y="2304288"/>
            <a:ext cx="1298448" cy="603504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25496" y="2304288"/>
            <a:ext cx="12252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60520" y="2304288"/>
            <a:ext cx="1170432" cy="603504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2304288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6.6%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9184" y="2962656"/>
            <a:ext cx="1024128" cy="60350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62656"/>
            <a:ext cx="9509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417320" y="2962656"/>
            <a:ext cx="1298448" cy="60350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3896" y="2962656"/>
            <a:ext cx="12252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88920" y="2962656"/>
            <a:ext cx="1298448" cy="60350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25496" y="2962656"/>
            <a:ext cx="12252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0.447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60520" y="2962656"/>
            <a:ext cx="1170432" cy="603504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97096" y="2962656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26.6%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9184" y="3730752"/>
            <a:ext cx="5010912" cy="329184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758184"/>
            <a:ext cx="4791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+26.6%: construction features explain an additional 9.4pp of AQI delta variance beyond weather alone.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23560" y="868680"/>
            <a:ext cx="3246120" cy="3291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623560" y="868680"/>
            <a:ext cx="3246120" cy="310896"/>
          </a:xfrm>
          <a:prstGeom prst="rect">
            <a:avLst/>
          </a:prstGeom>
          <a:solidFill>
            <a:srgbClr val="26304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24144" y="8869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 —  Spike Detection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87568" y="1225296"/>
            <a:ext cx="1024128" cy="438912"/>
          </a:xfrm>
          <a:prstGeom prst="rect">
            <a:avLst/>
          </a:prstGeom>
          <a:solidFill>
            <a:srgbClr val="20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24144" y="1225296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84848" y="1225296"/>
            <a:ext cx="932688" cy="438912"/>
          </a:xfrm>
          <a:prstGeom prst="rect">
            <a:avLst/>
          </a:prstGeom>
          <a:solidFill>
            <a:srgbClr val="20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21424" y="122529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90688" y="1225296"/>
            <a:ext cx="987552" cy="438912"/>
          </a:xfrm>
          <a:prstGeom prst="rect">
            <a:avLst/>
          </a:prstGeom>
          <a:solidFill>
            <a:srgbClr val="20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27264" y="122529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87568" y="1700784"/>
            <a:ext cx="1024128" cy="438912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24144" y="1700784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F1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84848" y="1700784"/>
            <a:ext cx="932688" cy="438912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1424" y="1700784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90688" y="1700784"/>
            <a:ext cx="987552" cy="438912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27264" y="170078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687568" y="2176272"/>
            <a:ext cx="1024128" cy="438912"/>
          </a:xfrm>
          <a:prstGeom prst="rect">
            <a:avLst/>
          </a:prstGeom>
          <a:solidFill>
            <a:srgbClr val="1A2B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24144" y="2176272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Recall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84848" y="2176272"/>
            <a:ext cx="932688" cy="438912"/>
          </a:xfrm>
          <a:prstGeom prst="rect">
            <a:avLst/>
          </a:prstGeom>
          <a:solidFill>
            <a:srgbClr val="1A2B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21424" y="2176272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790688" y="2176272"/>
            <a:ext cx="987552" cy="438912"/>
          </a:xfrm>
          <a:prstGeom prst="rect">
            <a:avLst/>
          </a:prstGeom>
          <a:solidFill>
            <a:srgbClr val="1A2B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27264" y="21762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87568" y="2651760"/>
            <a:ext cx="1024128" cy="438912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24144" y="2651760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Prec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784848" y="2651760"/>
            <a:ext cx="932688" cy="438912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21424" y="2651760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790688" y="2651760"/>
            <a:ext cx="987552" cy="438912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27264" y="26517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0.418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687568" y="3127248"/>
            <a:ext cx="1024128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24144" y="3127248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Wt. F1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784848" y="3127248"/>
            <a:ext cx="932688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21424" y="3127248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790688" y="3127248"/>
            <a:ext cx="987552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27264" y="312724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687568" y="3602736"/>
            <a:ext cx="1024128" cy="438912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24144" y="3602736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784848" y="3602736"/>
            <a:ext cx="932688" cy="438912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21424" y="360273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790688" y="3602736"/>
            <a:ext cx="987552" cy="438912"/>
          </a:xfrm>
          <a:prstGeom prst="rect">
            <a:avLst/>
          </a:prstGeom>
          <a:solidFill>
            <a:srgbClr val="22283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27264" y="360273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0.724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623560" y="3730752"/>
            <a:ext cx="3246120" cy="329184"/>
          </a:xfrm>
          <a:prstGeom prst="rect">
            <a:avLst/>
          </a:prstGeom>
          <a:solidFill>
            <a:srgbClr val="1A2A1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24144" y="3758184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0.84 vs 0.66 — catches 27% more real spikes.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D1A0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42702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SUPPORTED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2606040" y="4270248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wins on RMSE (−7.5%), MAE (−6.6%), R² (+26.6%), and spike recall (+27%). Construction intensity adds real predictive signal beyond weather.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2606040" y="4645152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proxy directly modifies PM10/PM2.5 — real permit data needed to fully confirm.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2026-03-06T13:10:13Z</dcterms:created>
  <dcterms:modified xsi:type="dcterms:W3CDTF">2026-03-06T13:10:13Z</dcterms:modified>
</cp:coreProperties>
</file>